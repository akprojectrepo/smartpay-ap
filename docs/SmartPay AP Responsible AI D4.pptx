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Responsible AI  —  Bias, Privacy &amp;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2286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Bias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Mismatch flag rates monitored weekly by vendor, country, and currency.
Alert triggered if any segment is flagged more than 3x the average rate — possible model bias.
Bias report reviewed monthly by AP Manager and shared with compliance team.
Training data reviewed for vendor concentration before each model retrain.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Data Privacy  (GDPR)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PII fields encrypted at rest (AES-256) and in transit (TLS 1.3).
Vendor bank details never included in ML training features — data minimisation.
EU invoices processed only in Azure West Europe — data never leaves EU boundary (GDPR Art. 44).
Right to erasure: PII removed from all datasets within 30 days of vendor request.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Every agent decision logged: timestamp, invoice ID, node, result, rationale.
Human approval decisions captured with user ID and timestamp — non-repudiable.
Logs stored in immutable AWS S3 — tamper-proof for compliance review.
Full audit trail retained for 7 years per financial regulation requirements.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Responsible AI  —  Model Ops, Guardrails &amp; Human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2286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Model Ops Monitoring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Precision and recall tracked weekly in MLflow dashboard.
Drift detection on feature distributions — alert if shift detected from training data.
Auto-trigger model retrain if precision drops below 95% threshold.
Model versions tagged and stored in MLflow registry with full lineage.
Experiment tracking: every training run logged with hyperparameters and metrics.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Guardrails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High-value invoices (&gt;$50K) always routed to manual review — agent cannot auto-process.
Input validation in matching_tool() rejects malformed or missing invoice IDs immediately.
Agent cannot trigger SAP payments autonomously — HITL is hardcoded, not configurable.
Rate limiting on LLM calls prevents runaway API costs and prompt injection attacks.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97280"/>
            <a:ext cx="3657600" cy="5394960"/>
          </a:xfrm>
          <a:prstGeom prst="rect">
            <a:avLst/>
          </a:prstGeom>
          <a:solidFill>
            <a:srgbClr val="36454F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2344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2C39A"/>
                </a:solidFill>
                <a:latin typeface="Calibri"/>
              </a:rPr>
              <a:t>Human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783080"/>
            <a:ext cx="3383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</a:rPr>
              <a:t>No payment or email action without explicit human approval — non-negotiable.
Every dispute email reviewed by AP specialist before sending to vendor.
Escalation path to AP Manager if human rejects agent recommendation.
Model decisions explainable: which rule triggered and top feature importance shown.
Weekly review of all auto-approved invoices by finance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